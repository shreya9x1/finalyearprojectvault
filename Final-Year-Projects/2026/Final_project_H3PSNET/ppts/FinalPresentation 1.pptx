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8d23cdd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8d23cdd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aca1746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aca1746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aca17463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aca17463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ae3d435f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ae3d435f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aca17463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aca17463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ae3d435f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ae3d435f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ae3d435f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ae3d435f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ae3d435f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ae3d435f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3H3t3Y6BE7YQP9nDAOTNISdmTRCXbh3x/view?usp=drive_link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3H-PSNet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</a:t>
            </a:r>
            <a:r>
              <a:rPr lang="en"/>
              <a:t> PointSAM with contrastive refinement and risk-aware distillation for 3D semantic segmentation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present 3h-psnet, a novel framework for point cloud segmentation that </a:t>
            </a:r>
            <a:r>
              <a:rPr lang="en"/>
              <a:t>extends</a:t>
            </a:r>
            <a:r>
              <a:rPr lang="en"/>
              <a:t> the use of PointSAM-Pointly Supervised Segment anything model for remote sensing images to 3D images via a </a:t>
            </a:r>
            <a:r>
              <a:rPr lang="en"/>
              <a:t>hierarchical</a:t>
            </a:r>
            <a:r>
              <a:rPr lang="en"/>
              <a:t> multi-head structure. Our model addresses two primary challenges in 3d segmentation: spatial ambiguity </a:t>
            </a:r>
            <a:r>
              <a:rPr lang="en"/>
              <a:t>between</a:t>
            </a:r>
            <a:r>
              <a:rPr lang="en"/>
              <a:t> adjacent parts and varying point-wise learning difficulty. We use NPC( negative point contrast) refinement head that dynamically identifies and subtacts confusing part features. </a:t>
            </a:r>
            <a:r>
              <a:rPr lang="en"/>
              <a:t>Simultaneously, we deploy a risk prediction head to distill geometric hardness and a PBR (prototype based regularization) head to ensure global feature consistency. Experiments on ShapeNetPart demonstrate that our hierarchical backbone and blended mining strategy outperform State-of-the-art Models, achieving robust segmentation across diverse categories.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Recent adaptations of SAM to 3d point clouds rely heavily on standard mlps( Multi-layer perceptron) or transformers( like ViT modules) that </a:t>
            </a:r>
            <a:r>
              <a:rPr lang="en"/>
              <a:t>treats points as independent tokens.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 a PC be defined as P = {pi} i=1 to N belongs to R N*3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Standard approaches each point pi through a function phi( pi) independently.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leads to geometric semantic ambiguity, where points at the boundary of a “chair leg” and “chair seat” have similar coordinate value but distinc semantic labels.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Without local neighbourhood context N(pi), the model fails to capture the fine grained curvature changes that define 3d parts.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Hierarchical</a:t>
            </a:r>
            <a:r>
              <a:rPr lang="en"/>
              <a:t> Backbone: Set Abstraction (SA) mechanism to encode multi-scale geometry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Contrastive Refinement: A negative point contrast that resolves </a:t>
            </a:r>
            <a:r>
              <a:rPr lang="en"/>
              <a:t>boundary</a:t>
            </a:r>
            <a:r>
              <a:rPr lang="en"/>
              <a:t> ambiguity using overlapping IOU logic in 3d point clouds.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Risk-aware blended mining: A learning strategy utilizing our novel inverted mu-relief logic to focus training on geometrically complex and </a:t>
            </a:r>
            <a:r>
              <a:rPr lang="en"/>
              <a:t>ambiguous</a:t>
            </a:r>
            <a:r>
              <a:rPr lang="en"/>
              <a:t> regions.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Attached as pdf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https://drive.google.com/file/d/13H3t3Y6BE7YQP9nDAOTNISdmTRCXbh3x/view?usp=drive_link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Backbone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3650" y="1017725"/>
            <a:ext cx="464819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 1: Negative Point contrast refinement</a:t>
            </a:r>
            <a:endParaRPr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8225" y="1157775"/>
            <a:ext cx="526431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 2: prototype matching</a:t>
            </a:r>
            <a:endParaRPr/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6950" y="1157800"/>
            <a:ext cx="632120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 3: risk detection &amp; distillation</a:t>
            </a:r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325" y="1170125"/>
            <a:ext cx="284255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
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FAFB9A-B325-4E85-97B1-AAB2459385EC}">
  <a:tblStyle styleId="{90FAFB9A-B325-4E85-97B1-AAB2459385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b74df38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b74df38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b74df3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b74df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db74df3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db74df3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db74df38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db74df38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c0a527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c0a527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c0a527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c0a527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rawings/d/1JKAiICrj0YkBsDxg1btPg8QwUBAAabnkQG4ydws8UU4/edit?usp=sharing" TargetMode="External"/><Relationship Id="rId4" Type="http://schemas.openxmlformats.org/officeDocument/2006/relationships/hyperlink" Target="https://docs.google.com/drawings/d/1e2ZcSpWvXpKhrOhFTvtWmALKVLxLtK538JmhHlg_7SM/edit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Fidelity Point Cloud Upsampling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geometric aware-oversampling and P</a:t>
            </a:r>
            <a:r>
              <a:rPr lang="en"/>
              <a:t>erturbation</a:t>
            </a:r>
            <a:r>
              <a:rPr lang="en"/>
              <a:t>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PU-Net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Built for upsampling : </a:t>
            </a:r>
            <a:r>
              <a:rPr lang="en" sz="1600">
                <a:highlight>
                  <a:srgbClr val="FFFFFF"/>
                </a:highlight>
              </a:rPr>
              <a:t>PU-Net’s dataset is made for the point cloud upsampling task. It includes pairs of sparse (low-resolution) and dense (high-resolution) patches.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Diverse variety : </a:t>
            </a:r>
            <a:r>
              <a:rPr lang="en" sz="1600">
                <a:highlight>
                  <a:srgbClr val="FFFFFF"/>
                </a:highlight>
              </a:rPr>
              <a:t>The PU-Net dataset includes a 147 3D shapes and surfaces. It features models with smooth areas, sharp edges, and complex structures.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Benchmarking standard : Nearly all SOTA upsampling methods—including PU-Net, PU-GAN, Grad-PU, PUGCN, and PUDM—benchmark on the PU-Net dataset.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Fidelity/uniformity metrics : PU-Net dataset offers detailed ground truth for assessing uniformity (NUC), surface deviation, and distribution quality(Uniformity/coherence, Chamfer/HD, P2F).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Protocols : Uses Poisson disk, sparse-to-dense for fairness protocols to create training pairs, ensuring that upsampling performance is not biased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Geometry aware feature encoding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ShapeNet + Borderline-SMOTE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KNN+gaussian kernel density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Perturbation</a:t>
            </a:r>
            <a:r>
              <a:rPr lang="en"/>
              <a:t>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Loss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Global shape consistency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Local Geometry consistency (gram matrix)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Uniformity and repulsion loss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UcPeriod"/>
            </a:pPr>
            <a:r>
              <a:rPr lang="en" sz="2500"/>
              <a:t>Geometry aware feature encoding</a:t>
            </a:r>
            <a:endParaRPr sz="25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Borderline SMOTE+ ShapeNet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https://docs.google.com/drawings/d/1JKAiICrj0YkBsDxg1btPg8QwUBAAabnkQG4ydws8UU4/edit?usp=sharing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Gaussian Kernel Density based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https://docs.google.com/drawings/d/1e2ZcSpWvXpKhrOhFTvtWmALKVLxLtK538JmhHlg_7SM/edit?usp=sharing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2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1792900" y="94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{90FAFB9A-B325-4E85-97B1-AAB2459385EC}</a:tableStyleId>
              </a:tblPr>
              <a:tblGrid>
                <a:gridCol w="1156100"/>
                <a:gridCol w="1689700"/>
                <a:gridCol w="1548900"/>
                <a:gridCol w="1548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Aspect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GKD based encoding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Borderline SMOTE based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Triangulation Oversampling based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Density-aware?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Yes (Gaussian kernel)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(fixed neighbor count)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Minority region focus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Adaptive by KDE + threshold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By neighbor label count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Yes(high computational costs)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Feature interpolation mode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Weighted blend in high-dim latent space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Linear interpolation in input/feature space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Robust to data geometry?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 (manifold/structural continuity)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Moderate (misses manifold curvature)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Low(relies only on mathematics)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Noise handling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Adaptive perturbation (attention guided)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Typically absent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Absent(needs robust deep learning)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Multi-scale context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Yes (fine+coarse, residual fusion)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Usually no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Sometimes(depends on the KNN)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	Perturbation Module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565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Gaussian Noise Perturbation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64583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